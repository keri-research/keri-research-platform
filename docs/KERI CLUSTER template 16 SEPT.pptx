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64" r:id="rId5"/>
    <p:sldId id="267" r:id="rId6"/>
    <p:sldId id="266" r:id="rId7"/>
    <p:sldId id="265"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BFE2A7-D855-4345-9E4B-08F1A0A39451}" v="72" dt="2026-07-30T18:39:03.1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5" d="100"/>
          <a:sy n="45" d="100"/>
        </p:scale>
        <p:origin x="102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ker, Billy" userId="8d7e2783-5bd7-4063-a1c2-48b7a6fe307f" providerId="ADAL" clId="{60DC1FA5-4645-4DB7-97F5-93A93A3AD98A}"/>
    <pc:docChg chg="undo custSel addSld delSld modSld sldOrd">
      <pc:chgData name="Parker, Billy" userId="8d7e2783-5bd7-4063-a1c2-48b7a6fe307f" providerId="ADAL" clId="{60DC1FA5-4645-4DB7-97F5-93A93A3AD98A}" dt="2026-07-30T18:39:03.114" v="93" actId="207"/>
      <pc:docMkLst>
        <pc:docMk/>
      </pc:docMkLst>
      <pc:sldChg chg="addSp delSp modSp mod modAnim">
        <pc:chgData name="Parker, Billy" userId="8d7e2783-5bd7-4063-a1c2-48b7a6fe307f" providerId="ADAL" clId="{60DC1FA5-4645-4DB7-97F5-93A93A3AD98A}" dt="2026-07-30T18:39:03.114" v="93" actId="207"/>
        <pc:sldMkLst>
          <pc:docMk/>
          <pc:sldMk cId="2812231153" sldId="264"/>
        </pc:sldMkLst>
        <pc:spChg chg="mod">
          <ac:chgData name="Parker, Billy" userId="8d7e2783-5bd7-4063-a1c2-48b7a6fe307f" providerId="ADAL" clId="{60DC1FA5-4645-4DB7-97F5-93A93A3AD98A}" dt="2026-07-30T18:39:03.114" v="93" actId="207"/>
          <ac:spMkLst>
            <pc:docMk/>
            <pc:sldMk cId="2812231153" sldId="264"/>
            <ac:spMk id="2" creationId="{B1A92EC4-C394-2A3B-2C60-873D750A762B}"/>
          </ac:spMkLst>
        </pc:spChg>
        <pc:spChg chg="del">
          <ac:chgData name="Parker, Billy" userId="8d7e2783-5bd7-4063-a1c2-48b7a6fe307f" providerId="ADAL" clId="{60DC1FA5-4645-4DB7-97F5-93A93A3AD98A}" dt="2026-07-30T17:05:10.205" v="36" actId="26606"/>
          <ac:spMkLst>
            <pc:docMk/>
            <pc:sldMk cId="2812231153" sldId="264"/>
            <ac:spMk id="47" creationId="{E20BB609-EF92-42DB-836C-0699A590B5CF}"/>
          </ac:spMkLst>
        </pc:spChg>
        <pc:spChg chg="del">
          <ac:chgData name="Parker, Billy" userId="8d7e2783-5bd7-4063-a1c2-48b7a6fe307f" providerId="ADAL" clId="{60DC1FA5-4645-4DB7-97F5-93A93A3AD98A}" dt="2026-07-30T17:05:10.205" v="36" actId="26606"/>
          <ac:spMkLst>
            <pc:docMk/>
            <pc:sldMk cId="2812231153" sldId="264"/>
            <ac:spMk id="49" creationId="{704C9E24-F67B-49D0-8336-BF12B36394DE}"/>
          </ac:spMkLst>
        </pc:spChg>
        <pc:spChg chg="del">
          <ac:chgData name="Parker, Billy" userId="8d7e2783-5bd7-4063-a1c2-48b7a6fe307f" providerId="ADAL" clId="{60DC1FA5-4645-4DB7-97F5-93A93A3AD98A}" dt="2026-07-30T17:05:10.205" v="36" actId="26606"/>
          <ac:spMkLst>
            <pc:docMk/>
            <pc:sldMk cId="2812231153" sldId="264"/>
            <ac:spMk id="51" creationId="{09135FB8-81BC-449C-B26D-29BE2D6C2AC7}"/>
          </ac:spMkLst>
        </pc:spChg>
        <pc:spChg chg="add del">
          <ac:chgData name="Parker, Billy" userId="8d7e2783-5bd7-4063-a1c2-48b7a6fe307f" providerId="ADAL" clId="{60DC1FA5-4645-4DB7-97F5-93A93A3AD98A}" dt="2026-07-30T17:09:45.237" v="58" actId="26606"/>
          <ac:spMkLst>
            <pc:docMk/>
            <pc:sldMk cId="2812231153" sldId="264"/>
            <ac:spMk id="64" creationId="{943CAA20-3569-4189-9E48-239A229A86CA}"/>
          </ac:spMkLst>
        </pc:spChg>
        <pc:spChg chg="add del">
          <ac:chgData name="Parker, Billy" userId="8d7e2783-5bd7-4063-a1c2-48b7a6fe307f" providerId="ADAL" clId="{60DC1FA5-4645-4DB7-97F5-93A93A3AD98A}" dt="2026-07-30T17:09:45.237" v="58" actId="26606"/>
          <ac:spMkLst>
            <pc:docMk/>
            <pc:sldMk cId="2812231153" sldId="264"/>
            <ac:spMk id="66" creationId="{DA542B6D-E775-4832-91DC-2D20F857813A}"/>
          </ac:spMkLst>
        </pc:spChg>
        <pc:spChg chg="add">
          <ac:chgData name="Parker, Billy" userId="8d7e2783-5bd7-4063-a1c2-48b7a6fe307f" providerId="ADAL" clId="{60DC1FA5-4645-4DB7-97F5-93A93A3AD98A}" dt="2026-07-30T17:09:45.237" v="58" actId="26606"/>
          <ac:spMkLst>
            <pc:docMk/>
            <pc:sldMk cId="2812231153" sldId="264"/>
            <ac:spMk id="71" creationId="{5463EB0A-3D7C-4AA5-BFA5-8EE5B4BA5624}"/>
          </ac:spMkLst>
        </pc:spChg>
        <pc:spChg chg="add">
          <ac:chgData name="Parker, Billy" userId="8d7e2783-5bd7-4063-a1c2-48b7a6fe307f" providerId="ADAL" clId="{60DC1FA5-4645-4DB7-97F5-93A93A3AD98A}" dt="2026-07-30T17:09:45.237" v="58" actId="26606"/>
          <ac:spMkLst>
            <pc:docMk/>
            <pc:sldMk cId="2812231153" sldId="264"/>
            <ac:spMk id="73" creationId="{7945AD00-F967-454D-A4B2-39ABA5C88C20}"/>
          </ac:spMkLst>
        </pc:spChg>
        <pc:spChg chg="add">
          <ac:chgData name="Parker, Billy" userId="8d7e2783-5bd7-4063-a1c2-48b7a6fe307f" providerId="ADAL" clId="{60DC1FA5-4645-4DB7-97F5-93A93A3AD98A}" dt="2026-07-30T17:09:45.237" v="58" actId="26606"/>
          <ac:spMkLst>
            <pc:docMk/>
            <pc:sldMk cId="2812231153" sldId="264"/>
            <ac:spMk id="75" creationId="{E9BC5B79-B912-427C-8219-E3E50943FCDE}"/>
          </ac:spMkLst>
        </pc:spChg>
        <pc:grpChg chg="del">
          <ac:chgData name="Parker, Billy" userId="8d7e2783-5bd7-4063-a1c2-48b7a6fe307f" providerId="ADAL" clId="{60DC1FA5-4645-4DB7-97F5-93A93A3AD98A}" dt="2026-07-30T17:05:10.205" v="36" actId="26606"/>
          <ac:grpSpMkLst>
            <pc:docMk/>
            <pc:sldMk cId="2812231153" sldId="264"/>
            <ac:grpSpMk id="57" creationId="{C4E0722C-3D21-4088-883B-5FD8091BC352}"/>
          </ac:grpSpMkLst>
        </pc:grpChg>
        <pc:cxnChg chg="del">
          <ac:chgData name="Parker, Billy" userId="8d7e2783-5bd7-4063-a1c2-48b7a6fe307f" providerId="ADAL" clId="{60DC1FA5-4645-4DB7-97F5-93A93A3AD98A}" dt="2026-07-30T17:05:10.205" v="36" actId="26606"/>
          <ac:cxnSpMkLst>
            <pc:docMk/>
            <pc:sldMk cId="2812231153" sldId="264"/>
            <ac:cxnSpMk id="53" creationId="{81AD776D-FBA4-4C44-9778-05D5F0CCD7A5}"/>
          </ac:cxnSpMkLst>
        </pc:cxnChg>
        <pc:cxnChg chg="del">
          <ac:chgData name="Parker, Billy" userId="8d7e2783-5bd7-4063-a1c2-48b7a6fe307f" providerId="ADAL" clId="{60DC1FA5-4645-4DB7-97F5-93A93A3AD98A}" dt="2026-07-30T17:05:10.205" v="36" actId="26606"/>
          <ac:cxnSpMkLst>
            <pc:docMk/>
            <pc:sldMk cId="2812231153" sldId="264"/>
            <ac:cxnSpMk id="55" creationId="{734BE9E8-A53B-4090-9C17-EB62E1FEC390}"/>
          </ac:cxnSpMkLst>
        </pc:cxnChg>
      </pc:sldChg>
      <pc:sldChg chg="add">
        <pc:chgData name="Parker, Billy" userId="8d7e2783-5bd7-4063-a1c2-48b7a6fe307f" providerId="ADAL" clId="{60DC1FA5-4645-4DB7-97F5-93A93A3AD98A}" dt="2026-07-30T17:03:02.706" v="0" actId="2890"/>
        <pc:sldMkLst>
          <pc:docMk/>
          <pc:sldMk cId="4188242620" sldId="267"/>
        </pc:sldMkLst>
      </pc:sldChg>
      <pc:sldChg chg="add del ord">
        <pc:chgData name="Parker, Billy" userId="8d7e2783-5bd7-4063-a1c2-48b7a6fe307f" providerId="ADAL" clId="{60DC1FA5-4645-4DB7-97F5-93A93A3AD98A}" dt="2026-07-30T17:10:15.874" v="61" actId="2696"/>
        <pc:sldMkLst>
          <pc:docMk/>
          <pc:sldMk cId="1480950166" sldId="268"/>
        </pc:sldMkLst>
      </pc:sldChg>
      <pc:sldChg chg="addSp delSp add del setBg delDesignElem">
        <pc:chgData name="Parker, Billy" userId="8d7e2783-5bd7-4063-a1c2-48b7a6fe307f" providerId="ADAL" clId="{60DC1FA5-4645-4DB7-97F5-93A93A3AD98A}" dt="2026-07-30T17:04:38.328" v="31"/>
        <pc:sldMkLst>
          <pc:docMk/>
          <pc:sldMk cId="4042547606" sldId="268"/>
        </pc:sldMkLst>
        <pc:spChg chg="add del">
          <ac:chgData name="Parker, Billy" userId="8d7e2783-5bd7-4063-a1c2-48b7a6fe307f" providerId="ADAL" clId="{60DC1FA5-4645-4DB7-97F5-93A93A3AD98A}" dt="2026-07-30T17:04:38.328" v="31"/>
          <ac:spMkLst>
            <pc:docMk/>
            <pc:sldMk cId="4042547606" sldId="268"/>
            <ac:spMk id="47" creationId="{DF74D6B9-E20E-81C0-EFD1-2C654DE23BEE}"/>
          </ac:spMkLst>
        </pc:spChg>
        <pc:spChg chg="add del">
          <ac:chgData name="Parker, Billy" userId="8d7e2783-5bd7-4063-a1c2-48b7a6fe307f" providerId="ADAL" clId="{60DC1FA5-4645-4DB7-97F5-93A93A3AD98A}" dt="2026-07-30T17:04:38.328" v="31"/>
          <ac:spMkLst>
            <pc:docMk/>
            <pc:sldMk cId="4042547606" sldId="268"/>
            <ac:spMk id="49" creationId="{6AA903E5-BBC6-63C5-9E50-071D4A9CD24E}"/>
          </ac:spMkLst>
        </pc:spChg>
        <pc:spChg chg="add del">
          <ac:chgData name="Parker, Billy" userId="8d7e2783-5bd7-4063-a1c2-48b7a6fe307f" providerId="ADAL" clId="{60DC1FA5-4645-4DB7-97F5-93A93A3AD98A}" dt="2026-07-30T17:04:38.328" v="31"/>
          <ac:spMkLst>
            <pc:docMk/>
            <pc:sldMk cId="4042547606" sldId="268"/>
            <ac:spMk id="51" creationId="{FF847B76-B61C-4252-72A0-7E84A3657384}"/>
          </ac:spMkLst>
        </pc:spChg>
        <pc:grpChg chg="add del">
          <ac:chgData name="Parker, Billy" userId="8d7e2783-5bd7-4063-a1c2-48b7a6fe307f" providerId="ADAL" clId="{60DC1FA5-4645-4DB7-97F5-93A93A3AD98A}" dt="2026-07-30T17:04:38.328" v="31"/>
          <ac:grpSpMkLst>
            <pc:docMk/>
            <pc:sldMk cId="4042547606" sldId="268"/>
            <ac:grpSpMk id="57" creationId="{903CB1E1-4E74-7E87-CE6F-FC3F624F1A03}"/>
          </ac:grpSpMkLst>
        </pc:grpChg>
        <pc:cxnChg chg="add del">
          <ac:chgData name="Parker, Billy" userId="8d7e2783-5bd7-4063-a1c2-48b7a6fe307f" providerId="ADAL" clId="{60DC1FA5-4645-4DB7-97F5-93A93A3AD98A}" dt="2026-07-30T17:04:38.328" v="31"/>
          <ac:cxnSpMkLst>
            <pc:docMk/>
            <pc:sldMk cId="4042547606" sldId="268"/>
            <ac:cxnSpMk id="53" creationId="{F94473FA-FE77-8C25-09A0-911F28E6DAD7}"/>
          </ac:cxnSpMkLst>
        </pc:cxnChg>
        <pc:cxnChg chg="add del">
          <ac:chgData name="Parker, Billy" userId="8d7e2783-5bd7-4063-a1c2-48b7a6fe307f" providerId="ADAL" clId="{60DC1FA5-4645-4DB7-97F5-93A93A3AD98A}" dt="2026-07-30T17:04:38.328" v="31"/>
          <ac:cxnSpMkLst>
            <pc:docMk/>
            <pc:sldMk cId="4042547606" sldId="268"/>
            <ac:cxnSpMk id="55" creationId="{78052E4F-92C0-F2A1-170B-7B20F19AE792}"/>
          </ac:cxnSpMkLst>
        </pc:cxnChg>
      </pc:sldChg>
      <pc:sldChg chg="addSp delSp modSp add mod ord modAnim">
        <pc:chgData name="Parker, Billy" userId="8d7e2783-5bd7-4063-a1c2-48b7a6fe307f" providerId="ADAL" clId="{60DC1FA5-4645-4DB7-97F5-93A93A3AD98A}" dt="2026-07-30T17:12:27.873" v="84" actId="207"/>
        <pc:sldMkLst>
          <pc:docMk/>
          <pc:sldMk cId="345418960" sldId="269"/>
        </pc:sldMkLst>
        <pc:spChg chg="mod">
          <ac:chgData name="Parker, Billy" userId="8d7e2783-5bd7-4063-a1c2-48b7a6fe307f" providerId="ADAL" clId="{60DC1FA5-4645-4DB7-97F5-93A93A3AD98A}" dt="2026-07-30T17:12:27.873" v="84" actId="207"/>
          <ac:spMkLst>
            <pc:docMk/>
            <pc:sldMk cId="345418960" sldId="269"/>
            <ac:spMk id="2" creationId="{B618F024-1AF5-4A77-E703-E952A5CF2A20}"/>
          </ac:spMkLst>
        </pc:spChg>
        <pc:spChg chg="del">
          <ac:chgData name="Parker, Billy" userId="8d7e2783-5bd7-4063-a1c2-48b7a6fe307f" providerId="ADAL" clId="{60DC1FA5-4645-4DB7-97F5-93A93A3AD98A}" dt="2026-07-30T17:10:04.929" v="59" actId="26606"/>
          <ac:spMkLst>
            <pc:docMk/>
            <pc:sldMk cId="345418960" sldId="269"/>
            <ac:spMk id="64" creationId="{0F60968B-00B3-AB2E-B281-9A144F41A05E}"/>
          </ac:spMkLst>
        </pc:spChg>
        <pc:spChg chg="del">
          <ac:chgData name="Parker, Billy" userId="8d7e2783-5bd7-4063-a1c2-48b7a6fe307f" providerId="ADAL" clId="{60DC1FA5-4645-4DB7-97F5-93A93A3AD98A}" dt="2026-07-30T17:10:04.929" v="59" actId="26606"/>
          <ac:spMkLst>
            <pc:docMk/>
            <pc:sldMk cId="345418960" sldId="269"/>
            <ac:spMk id="66" creationId="{9884B365-6579-87B4-270E-5662CDF18C08}"/>
          </ac:spMkLst>
        </pc:spChg>
        <pc:spChg chg="add del">
          <ac:chgData name="Parker, Billy" userId="8d7e2783-5bd7-4063-a1c2-48b7a6fe307f" providerId="ADAL" clId="{60DC1FA5-4645-4DB7-97F5-93A93A3AD98A}" dt="2026-07-30T17:10:37.940" v="64" actId="26606"/>
          <ac:spMkLst>
            <pc:docMk/>
            <pc:sldMk cId="345418960" sldId="269"/>
            <ac:spMk id="71" creationId="{5463EB0A-3D7C-4AA5-BFA5-8EE5B4BA5624}"/>
          </ac:spMkLst>
        </pc:spChg>
        <pc:spChg chg="add del">
          <ac:chgData name="Parker, Billy" userId="8d7e2783-5bd7-4063-a1c2-48b7a6fe307f" providerId="ADAL" clId="{60DC1FA5-4645-4DB7-97F5-93A93A3AD98A}" dt="2026-07-30T17:10:37.940" v="64" actId="26606"/>
          <ac:spMkLst>
            <pc:docMk/>
            <pc:sldMk cId="345418960" sldId="269"/>
            <ac:spMk id="73" creationId="{7945AD00-F967-454D-A4B2-39ABA5C88C20}"/>
          </ac:spMkLst>
        </pc:spChg>
        <pc:spChg chg="add del">
          <ac:chgData name="Parker, Billy" userId="8d7e2783-5bd7-4063-a1c2-48b7a6fe307f" providerId="ADAL" clId="{60DC1FA5-4645-4DB7-97F5-93A93A3AD98A}" dt="2026-07-30T17:10:37.940" v="64" actId="26606"/>
          <ac:spMkLst>
            <pc:docMk/>
            <pc:sldMk cId="345418960" sldId="269"/>
            <ac:spMk id="75" creationId="{E9BC5B79-B912-427C-8219-E3E50943FCDE}"/>
          </ac:spMkLst>
        </pc:spChg>
        <pc:spChg chg="add">
          <ac:chgData name="Parker, Billy" userId="8d7e2783-5bd7-4063-a1c2-48b7a6fe307f" providerId="ADAL" clId="{60DC1FA5-4645-4DB7-97F5-93A93A3AD98A}" dt="2026-07-30T17:10:37.940" v="64" actId="26606"/>
          <ac:spMkLst>
            <pc:docMk/>
            <pc:sldMk cId="345418960" sldId="269"/>
            <ac:spMk id="80" creationId="{5463EB0A-3D7C-4AA5-BFA5-8EE5B4BA5624}"/>
          </ac:spMkLst>
        </pc:spChg>
        <pc:spChg chg="add">
          <ac:chgData name="Parker, Billy" userId="8d7e2783-5bd7-4063-a1c2-48b7a6fe307f" providerId="ADAL" clId="{60DC1FA5-4645-4DB7-97F5-93A93A3AD98A}" dt="2026-07-30T17:10:37.940" v="64" actId="26606"/>
          <ac:spMkLst>
            <pc:docMk/>
            <pc:sldMk cId="345418960" sldId="269"/>
            <ac:spMk id="82" creationId="{7945AD00-F967-454D-A4B2-39ABA5C88C20}"/>
          </ac:spMkLst>
        </pc:spChg>
        <pc:spChg chg="add">
          <ac:chgData name="Parker, Billy" userId="8d7e2783-5bd7-4063-a1c2-48b7a6fe307f" providerId="ADAL" clId="{60DC1FA5-4645-4DB7-97F5-93A93A3AD98A}" dt="2026-07-30T17:10:37.940" v="64" actId="26606"/>
          <ac:spMkLst>
            <pc:docMk/>
            <pc:sldMk cId="345418960" sldId="269"/>
            <ac:spMk id="84" creationId="{E9BC5B79-B912-427C-8219-E3E50943FC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17DB5-3FE9-496C-90CA-959AA5FE9051}" type="datetimeFigureOut">
              <a:rPr lang="en-GB" smtClean="0"/>
              <a:t>30/07/2026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85C117-964E-4019-A991-BD38FB462A8E}" type="slidenum">
              <a:rPr lang="en-GB" smtClean="0"/>
              <a:t>‹#›</a:t>
            </a:fld>
            <a:endParaRPr lang="en-GB"/>
          </a:p>
        </p:txBody>
      </p:sp>
    </p:spTree>
    <p:extLst>
      <p:ext uri="{BB962C8B-B14F-4D97-AF65-F5344CB8AC3E}">
        <p14:creationId xmlns:p14="http://schemas.microsoft.com/office/powerpoint/2010/main" val="126832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5891B-8FF5-2EA0-FB19-9D511045AC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1B58BE5-827B-F893-2348-783352E4C4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2A80A4F-4544-4F43-D562-5F8AA138F922}"/>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5" name="Footer Placeholder 4">
            <a:extLst>
              <a:ext uri="{FF2B5EF4-FFF2-40B4-BE49-F238E27FC236}">
                <a16:creationId xmlns:a16="http://schemas.microsoft.com/office/drawing/2014/main" id="{6C1FB746-315D-E1F9-2E46-D22461D296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74984E-C7FA-9E99-E441-AD50088A53B1}"/>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424521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774E2-67D8-9E3F-CDB6-B089DD94D0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D31169-07A2-E197-BA41-1E34216D1D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6EE6DF8-9F6B-0B0A-701F-993951B5EF96}"/>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5" name="Footer Placeholder 4">
            <a:extLst>
              <a:ext uri="{FF2B5EF4-FFF2-40B4-BE49-F238E27FC236}">
                <a16:creationId xmlns:a16="http://schemas.microsoft.com/office/drawing/2014/main" id="{427FB44F-B0FE-9436-C11C-DB6D23DD7B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9FFD4A5-F2A6-B4DB-06E4-CA710A28EE7B}"/>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3052749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ECCDA-8F33-85BA-AFC7-9AFCDFE6C5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6041B7F-1F40-877F-BCCA-410A7749F2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EFCB99-1665-64A3-C21D-15F701F67E22}"/>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5" name="Footer Placeholder 4">
            <a:extLst>
              <a:ext uri="{FF2B5EF4-FFF2-40B4-BE49-F238E27FC236}">
                <a16:creationId xmlns:a16="http://schemas.microsoft.com/office/drawing/2014/main" id="{4B590CA7-075C-1883-E192-F42E68D0F7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681F7E-AA0C-4668-B353-B408CF65B155}"/>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551814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857DD-9387-B731-140D-648EE5C693F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7588207-C4C5-BD80-2B24-8ACEBE99BD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9A301FC-EE75-3CE2-F1EA-403554ED75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36E4798-8B63-021E-0A0D-EEC6B8DE3AC1}"/>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6" name="Footer Placeholder 5">
            <a:extLst>
              <a:ext uri="{FF2B5EF4-FFF2-40B4-BE49-F238E27FC236}">
                <a16:creationId xmlns:a16="http://schemas.microsoft.com/office/drawing/2014/main" id="{418E2525-235B-B2D1-4B4B-DE66D82732F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57E061-DA6B-ECD0-53DF-30C4EFB4169D}"/>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3188258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3314F-08EF-4332-E73E-90B7B61506B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DA13B17-8178-5608-A3BF-22BD8713B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F5AF54-8B38-1668-A2D9-713D506C5A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E689688-B96D-D75F-92CD-891F69195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F6E8A9-9C73-BE7C-37BD-1E4A7BA723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64A698F-60E9-3CA0-2056-C5CC292CD2F7}"/>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8" name="Footer Placeholder 7">
            <a:extLst>
              <a:ext uri="{FF2B5EF4-FFF2-40B4-BE49-F238E27FC236}">
                <a16:creationId xmlns:a16="http://schemas.microsoft.com/office/drawing/2014/main" id="{7A34F7FD-5701-0907-F3F2-B1D02A4B8B4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5B4D8F7-4358-E72D-7B0F-24C2DCBC1B88}"/>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1977468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C9039-2AD7-1993-74E5-9717BDE1BAA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95F61A6-FCEA-F4B1-7680-2EEB598E2C5C}"/>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4" name="Footer Placeholder 3">
            <a:extLst>
              <a:ext uri="{FF2B5EF4-FFF2-40B4-BE49-F238E27FC236}">
                <a16:creationId xmlns:a16="http://schemas.microsoft.com/office/drawing/2014/main" id="{7F5D77E3-6C87-9492-2417-17B02E207BD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85C0EF0-7E65-AEAF-CCA8-7D69C68DBC77}"/>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2004645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4D9714-73FF-68B6-7255-AE2C7C83B6DA}"/>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3" name="Footer Placeholder 2">
            <a:extLst>
              <a:ext uri="{FF2B5EF4-FFF2-40B4-BE49-F238E27FC236}">
                <a16:creationId xmlns:a16="http://schemas.microsoft.com/office/drawing/2014/main" id="{EA589635-E4B9-5B58-4BD9-5B8D9295391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7FF93CD-C751-0881-4390-0A6D42206CF0}"/>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34633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3A021-3E34-64BC-CBB5-484121FBD6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90E8959-04A4-678D-C85B-56E92440A2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37A133B-A0BC-AD4F-D4E2-7713B27D8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99099F-F5F4-3C9B-F7F8-76D0DC40D423}"/>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6" name="Footer Placeholder 5">
            <a:extLst>
              <a:ext uri="{FF2B5EF4-FFF2-40B4-BE49-F238E27FC236}">
                <a16:creationId xmlns:a16="http://schemas.microsoft.com/office/drawing/2014/main" id="{9A7A0FBD-BD9F-43DA-CCBC-DDAB951D9C5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689A9A4-5A96-7727-A434-AF815DA78281}"/>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3327615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874A5-7922-5CDF-6C48-13985D18E6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7B23978-2E7E-039B-AB7B-098D44BA88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E8EB5C3-783E-8305-A77C-5F50175DA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93CCDC-107A-16A8-40BB-C099203C3207}"/>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6" name="Footer Placeholder 5">
            <a:extLst>
              <a:ext uri="{FF2B5EF4-FFF2-40B4-BE49-F238E27FC236}">
                <a16:creationId xmlns:a16="http://schemas.microsoft.com/office/drawing/2014/main" id="{3075EE8F-5656-E7A6-1380-836E237D5E3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A69145-5604-EA70-4169-B93BF7DE04AD}"/>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281355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62D5D-E08F-3B7E-493D-1AE51F19ABB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C3A7FE-95B4-C3E6-0D01-E224F95590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15126C-7D45-D0E0-BA7B-1C394EDD96E1}"/>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5" name="Footer Placeholder 4">
            <a:extLst>
              <a:ext uri="{FF2B5EF4-FFF2-40B4-BE49-F238E27FC236}">
                <a16:creationId xmlns:a16="http://schemas.microsoft.com/office/drawing/2014/main" id="{7BB33978-E578-4F48-9BFE-66ABFB17BA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1A4234-8D64-DA97-541F-D3F9E55A7880}"/>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377088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C087DD-6934-6CC9-9C1A-2CC443F8A7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E56ABF4-0670-82EC-5A51-72E5EA3819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0280B8-F302-5F6C-B686-805E8CA6AB8E}"/>
              </a:ext>
            </a:extLst>
          </p:cNvPr>
          <p:cNvSpPr>
            <a:spLocks noGrp="1"/>
          </p:cNvSpPr>
          <p:nvPr>
            <p:ph type="dt" sz="half" idx="10"/>
          </p:nvPr>
        </p:nvSpPr>
        <p:spPr/>
        <p:txBody>
          <a:bodyPr/>
          <a:lstStyle/>
          <a:p>
            <a:fld id="{7D22CB43-6D9F-4A2D-9404-2071E3DFCF29}" type="datetimeFigureOut">
              <a:rPr lang="en-GB" smtClean="0"/>
              <a:t>30/07/2026</a:t>
            </a:fld>
            <a:endParaRPr lang="en-GB"/>
          </a:p>
        </p:txBody>
      </p:sp>
      <p:sp>
        <p:nvSpPr>
          <p:cNvPr id="5" name="Footer Placeholder 4">
            <a:extLst>
              <a:ext uri="{FF2B5EF4-FFF2-40B4-BE49-F238E27FC236}">
                <a16:creationId xmlns:a16="http://schemas.microsoft.com/office/drawing/2014/main" id="{4551E373-98BE-4110-5DCF-B686F59B44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BDBF71-D5E2-8E74-BA51-EE1A0AB50803}"/>
              </a:ext>
            </a:extLst>
          </p:cNvPr>
          <p:cNvSpPr>
            <a:spLocks noGrp="1"/>
          </p:cNvSpPr>
          <p:nvPr>
            <p:ph type="sldNum" sz="quarter" idx="12"/>
          </p:nvPr>
        </p:nvSpPr>
        <p:spPr/>
        <p:txBody>
          <a:bodyPr/>
          <a:lstStyle/>
          <a:p>
            <a:fld id="{C7D6F860-FE88-4011-B8CE-CA894B083D28}" type="slidenum">
              <a:rPr lang="en-GB" smtClean="0"/>
              <a:t>‹#›</a:t>
            </a:fld>
            <a:endParaRPr lang="en-GB"/>
          </a:p>
        </p:txBody>
      </p:sp>
    </p:spTree>
    <p:extLst>
      <p:ext uri="{BB962C8B-B14F-4D97-AF65-F5344CB8AC3E}">
        <p14:creationId xmlns:p14="http://schemas.microsoft.com/office/powerpoint/2010/main" val="771502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BFD161-E282-FA4F-3CD2-48364AA12A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ECF49C5-8FB5-2536-F6D1-CFD775CB7A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4E150F-6E79-5658-F264-61C5818BE5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22CB43-6D9F-4A2D-9404-2071E3DFCF29}" type="datetimeFigureOut">
              <a:rPr lang="en-GB" smtClean="0"/>
              <a:t>30/07/2026</a:t>
            </a:fld>
            <a:endParaRPr lang="en-GB"/>
          </a:p>
        </p:txBody>
      </p:sp>
      <p:sp>
        <p:nvSpPr>
          <p:cNvPr id="5" name="Footer Placeholder 4">
            <a:extLst>
              <a:ext uri="{FF2B5EF4-FFF2-40B4-BE49-F238E27FC236}">
                <a16:creationId xmlns:a16="http://schemas.microsoft.com/office/drawing/2014/main" id="{DEF5CCB7-8D9F-4FEB-A9FB-FF7B955BB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34F1BB7-C9E7-3563-1B96-03CF1E95D7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D6F860-FE88-4011-B8CE-CA894B083D28}" type="slidenum">
              <a:rPr lang="en-GB" smtClean="0"/>
              <a:t>‹#›</a:t>
            </a:fld>
            <a:endParaRPr lang="en-GB"/>
          </a:p>
        </p:txBody>
      </p:sp>
    </p:spTree>
    <p:extLst>
      <p:ext uri="{BB962C8B-B14F-4D97-AF65-F5344CB8AC3E}">
        <p14:creationId xmlns:p14="http://schemas.microsoft.com/office/powerpoint/2010/main" val="2824714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CD0D05-C3C9-5485-1581-BDF4DBB03CB7}"/>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A92EC4-C394-2A3B-2C60-873D750A762B}"/>
              </a:ext>
            </a:extLst>
          </p:cNvPr>
          <p:cNvSpPr>
            <a:spLocks noGrp="1"/>
          </p:cNvSpPr>
          <p:nvPr>
            <p:ph type="ctrTitle"/>
          </p:nvPr>
        </p:nvSpPr>
        <p:spPr>
          <a:xfrm>
            <a:off x="578651" y="1122363"/>
            <a:ext cx="11034695" cy="3174690"/>
          </a:xfrm>
        </p:spPr>
        <p:txBody>
          <a:bodyPr>
            <a:normAutofit fontScale="90000"/>
          </a:bodyPr>
          <a:lstStyle/>
          <a:p>
            <a:pPr algn="l"/>
            <a:r>
              <a:rPr lang="en-GB" sz="2600" b="1" dirty="0">
                <a:solidFill>
                  <a:schemeClr val="bg1"/>
                </a:solidFill>
                <a:highlight>
                  <a:srgbClr val="000000"/>
                </a:highlight>
                <a:latin typeface="+mn-lt"/>
              </a:rPr>
              <a:t>KERI Cluster review presentation on 16 September.</a:t>
            </a:r>
            <a:br>
              <a:rPr lang="en-GB" sz="2600" b="1" dirty="0">
                <a:latin typeface="+mn-lt"/>
              </a:rPr>
            </a:br>
            <a:r>
              <a:rPr lang="en-GB" sz="2600" b="1" dirty="0">
                <a:latin typeface="+mn-lt"/>
              </a:rPr>
              <a:t>Slide Deck Brief: </a:t>
            </a:r>
            <a:r>
              <a:rPr lang="en-GB" sz="2600" b="1" dirty="0">
                <a:solidFill>
                  <a:srgbClr val="FF0000"/>
                </a:solidFill>
                <a:latin typeface="+mn-lt"/>
              </a:rPr>
              <a:t>5-Minute Pitch Presentation</a:t>
            </a:r>
            <a:br>
              <a:rPr lang="en-GB" sz="2600" b="1" dirty="0">
                <a:latin typeface="+mn-lt"/>
              </a:rPr>
            </a:br>
            <a:r>
              <a:rPr lang="en-GB" sz="2600" b="1" dirty="0" err="1">
                <a:latin typeface="+mn-lt"/>
              </a:rPr>
              <a:t>Presentation</a:t>
            </a:r>
            <a:r>
              <a:rPr lang="en-GB" sz="2600" b="1" dirty="0">
                <a:latin typeface="+mn-lt"/>
              </a:rPr>
              <a:t> Length: </a:t>
            </a:r>
            <a:r>
              <a:rPr lang="en-GB" sz="2600" b="1" dirty="0">
                <a:solidFill>
                  <a:srgbClr val="FF0000"/>
                </a:solidFill>
                <a:latin typeface="+mn-lt"/>
              </a:rPr>
              <a:t>Maximum 5 minutes and 3 slides</a:t>
            </a:r>
            <a:br>
              <a:rPr lang="en-GB" sz="2600" b="1" dirty="0">
                <a:latin typeface="+mn-lt"/>
              </a:rPr>
            </a:br>
            <a:r>
              <a:rPr lang="en-GB" sz="2600" b="1" dirty="0">
                <a:latin typeface="+mn-lt"/>
              </a:rPr>
              <a:t>Panel Q&amp;A: </a:t>
            </a:r>
            <a:r>
              <a:rPr lang="en-GB" sz="2600" b="1" dirty="0">
                <a:solidFill>
                  <a:srgbClr val="FF0000"/>
                </a:solidFill>
                <a:latin typeface="+mn-lt"/>
              </a:rPr>
              <a:t>15 minutes</a:t>
            </a:r>
            <a:br>
              <a:rPr lang="en-GB" sz="2600" dirty="0">
                <a:latin typeface="+mn-lt"/>
              </a:rPr>
            </a:br>
            <a:br>
              <a:rPr lang="en-GB" sz="2600" dirty="0">
                <a:latin typeface="+mn-lt"/>
              </a:rPr>
            </a:br>
            <a:r>
              <a:rPr lang="en-GB" sz="2600" dirty="0">
                <a:latin typeface="+mn-lt"/>
              </a:rPr>
              <a:t>The presentation should be concise, persuasive, and focused on demonstrating the strength, distinctiveness, and funding potential of this cluster</a:t>
            </a:r>
            <a:br>
              <a:rPr lang="en-GB" sz="2600" dirty="0">
                <a:latin typeface="+mn-lt"/>
              </a:rPr>
            </a:br>
            <a:endParaRPr lang="en-GB" sz="2600" dirty="0">
              <a:latin typeface="+mn-lt"/>
            </a:endParaRPr>
          </a:p>
        </p:txBody>
      </p:sp>
      <p:sp>
        <p:nvSpPr>
          <p:cNvPr id="73" name="Rectangle 72">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80C0F6EF-4473-957B-63BE-781B5F04D3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0" y="69303"/>
            <a:ext cx="1620822" cy="838472"/>
          </a:xfrm>
          <a:prstGeom prst="rect">
            <a:avLst/>
          </a:prstGeom>
        </p:spPr>
      </p:pic>
    </p:spTree>
    <p:extLst>
      <p:ext uri="{BB962C8B-B14F-4D97-AF65-F5344CB8AC3E}">
        <p14:creationId xmlns:p14="http://schemas.microsoft.com/office/powerpoint/2010/main" val="281223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A8B59A-D2EC-2781-3F0E-5D7A89F273AA}"/>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CE6C838-1EC2-934A-073C-36063E21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1A66FEC-97E8-FDD4-1919-880C3E4D0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E7A332C-61FE-7AD7-17E5-AADAF29BE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2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792430-F0A8-96C8-6659-119307AA0E3D}"/>
              </a:ext>
            </a:extLst>
          </p:cNvPr>
          <p:cNvSpPr>
            <a:spLocks noGrp="1"/>
          </p:cNvSpPr>
          <p:nvPr>
            <p:ph type="ctrTitle"/>
          </p:nvPr>
        </p:nvSpPr>
        <p:spPr>
          <a:xfrm>
            <a:off x="732568" y="1229196"/>
            <a:ext cx="10273850" cy="2879508"/>
          </a:xfrm>
        </p:spPr>
        <p:txBody>
          <a:bodyPr anchor="b">
            <a:noAutofit/>
          </a:bodyPr>
          <a:lstStyle/>
          <a:p>
            <a:pPr algn="l"/>
            <a:r>
              <a:rPr lang="en-GB" sz="2800" b="1" dirty="0">
                <a:solidFill>
                  <a:schemeClr val="bg1"/>
                </a:solidFill>
                <a:highlight>
                  <a:srgbClr val="000000"/>
                </a:highlight>
                <a:latin typeface="+mn-lt"/>
              </a:rPr>
              <a:t>Slide 1: Who We Are &amp; Why Kingston</a:t>
            </a:r>
            <a:br>
              <a:rPr lang="en-GB" sz="2800" dirty="0">
                <a:solidFill>
                  <a:schemeClr val="tx2"/>
                </a:solidFill>
                <a:latin typeface="+mn-lt"/>
              </a:rPr>
            </a:br>
            <a:r>
              <a:rPr lang="en-GB" sz="2800" dirty="0">
                <a:solidFill>
                  <a:schemeClr val="tx2"/>
                </a:solidFill>
                <a:latin typeface="+mn-lt"/>
              </a:rPr>
              <a:t>Introduce the team and provide a brief overview of the initiative.</a:t>
            </a:r>
            <a:br>
              <a:rPr lang="en-GB" sz="2800" dirty="0">
                <a:solidFill>
                  <a:schemeClr val="tx2"/>
                </a:solidFill>
                <a:latin typeface="+mn-lt"/>
              </a:rPr>
            </a:br>
            <a:r>
              <a:rPr lang="en-GB" sz="2800" b="1" dirty="0">
                <a:solidFill>
                  <a:schemeClr val="tx2"/>
                </a:solidFill>
                <a:latin typeface="+mn-lt"/>
              </a:rPr>
              <a:t>Key points to cover:</a:t>
            </a:r>
            <a:br>
              <a:rPr lang="en-GB" sz="2800" dirty="0">
                <a:solidFill>
                  <a:schemeClr val="tx2"/>
                </a:solidFill>
                <a:latin typeface="+mn-lt"/>
              </a:rPr>
            </a:br>
            <a:r>
              <a:rPr lang="en-GB" sz="2800" dirty="0">
                <a:solidFill>
                  <a:schemeClr val="tx2"/>
                </a:solidFill>
                <a:latin typeface="+mn-lt"/>
              </a:rPr>
              <a:t>Who we are</a:t>
            </a:r>
            <a:br>
              <a:rPr lang="en-GB" sz="2800" dirty="0">
                <a:solidFill>
                  <a:schemeClr val="tx2"/>
                </a:solidFill>
                <a:latin typeface="+mn-lt"/>
              </a:rPr>
            </a:br>
            <a:r>
              <a:rPr lang="en-GB" sz="2800" dirty="0">
                <a:solidFill>
                  <a:schemeClr val="tx2"/>
                </a:solidFill>
                <a:latin typeface="+mn-lt"/>
              </a:rPr>
              <a:t>Our collective expertise and experience</a:t>
            </a:r>
            <a:br>
              <a:rPr lang="en-GB" sz="2800" dirty="0">
                <a:solidFill>
                  <a:schemeClr val="tx2"/>
                </a:solidFill>
                <a:latin typeface="+mn-lt"/>
              </a:rPr>
            </a:br>
            <a:r>
              <a:rPr lang="en-GB" sz="2800" dirty="0">
                <a:solidFill>
                  <a:schemeClr val="tx2"/>
                </a:solidFill>
                <a:latin typeface="+mn-lt"/>
              </a:rPr>
              <a:t>The challenge or opportunity we are addressing</a:t>
            </a:r>
            <a:br>
              <a:rPr lang="en-GB" sz="2800" dirty="0">
                <a:solidFill>
                  <a:schemeClr val="tx2"/>
                </a:solidFill>
                <a:latin typeface="+mn-lt"/>
              </a:rPr>
            </a:br>
            <a:r>
              <a:rPr lang="en-GB" sz="2800" dirty="0">
                <a:solidFill>
                  <a:schemeClr val="tx2"/>
                </a:solidFill>
                <a:latin typeface="+mn-lt"/>
              </a:rPr>
              <a:t>Why Kingston University has the right experts for this work</a:t>
            </a:r>
          </a:p>
        </p:txBody>
      </p:sp>
      <p:cxnSp>
        <p:nvCxnSpPr>
          <p:cNvPr id="53" name="Straight Connector 52">
            <a:extLst>
              <a:ext uri="{FF2B5EF4-FFF2-40B4-BE49-F238E27FC236}">
                <a16:creationId xmlns:a16="http://schemas.microsoft.com/office/drawing/2014/main" id="{AEE67EA9-0136-0A6B-6EAB-190CDA8A55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CF4E166-406D-8AF7-E757-9EE1BB0C2F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31A35D17-153B-9240-2E6D-B8F606F748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58" name="Straight Connector 57">
              <a:extLst>
                <a:ext uri="{FF2B5EF4-FFF2-40B4-BE49-F238E27FC236}">
                  <a16:creationId xmlns:a16="http://schemas.microsoft.com/office/drawing/2014/main" id="{76F5D1A9-7D09-C0ED-099B-9B811782C1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7C8D157-C28F-16B1-A0C9-92C2B98A92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5" name="Picture 4">
            <a:extLst>
              <a:ext uri="{FF2B5EF4-FFF2-40B4-BE49-F238E27FC236}">
                <a16:creationId xmlns:a16="http://schemas.microsoft.com/office/drawing/2014/main" id="{13FB34AC-B84F-5AD7-0A74-A0C0A2395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0" y="69303"/>
            <a:ext cx="1620822" cy="838472"/>
          </a:xfrm>
          <a:prstGeom prst="rect">
            <a:avLst/>
          </a:prstGeom>
        </p:spPr>
      </p:pic>
    </p:spTree>
    <p:extLst>
      <p:ext uri="{BB962C8B-B14F-4D97-AF65-F5344CB8AC3E}">
        <p14:creationId xmlns:p14="http://schemas.microsoft.com/office/powerpoint/2010/main" val="418824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B797E1-94BE-3BED-BD0E-2026735007D2}"/>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6E5432B6-AD00-B5D9-37B4-06272387E5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C054DB7-2B35-82B9-F20D-B366E74A5E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862B65C-34A8-A298-C833-94C41EB5A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2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59FF5D-3EB0-6F3B-498E-ED785D02FC71}"/>
              </a:ext>
            </a:extLst>
          </p:cNvPr>
          <p:cNvSpPr>
            <a:spLocks noGrp="1"/>
          </p:cNvSpPr>
          <p:nvPr>
            <p:ph type="ctrTitle"/>
          </p:nvPr>
        </p:nvSpPr>
        <p:spPr>
          <a:xfrm>
            <a:off x="732568" y="1229196"/>
            <a:ext cx="10273850" cy="4074323"/>
          </a:xfrm>
        </p:spPr>
        <p:txBody>
          <a:bodyPr anchor="b">
            <a:normAutofit/>
          </a:bodyPr>
          <a:lstStyle/>
          <a:p>
            <a:pPr algn="l">
              <a:lnSpc>
                <a:spcPct val="100000"/>
              </a:lnSpc>
            </a:pPr>
            <a:r>
              <a:rPr lang="en-GB" sz="2800" b="1" kern="0" dirty="0">
                <a:solidFill>
                  <a:srgbClr val="F2F2F2"/>
                </a:solidFill>
                <a:highlight>
                  <a:srgbClr val="000000"/>
                </a:highlight>
                <a:latin typeface="Aptos" panose="020B0004020202020204" pitchFamily="34" charset="0"/>
                <a:ea typeface="Times New Roman" panose="02020603050405020304" pitchFamily="18" charset="0"/>
                <a:cs typeface="Segoe UI" panose="020B0502040204020203" pitchFamily="34" charset="0"/>
              </a:rPr>
              <a:t>Slide 2: Why this group of people</a:t>
            </a:r>
            <a:br>
              <a:rPr lang="en-GB" sz="2800" kern="100" dirty="0">
                <a:latin typeface="Aptos" panose="020B0004020202020204" pitchFamily="34" charset="0"/>
                <a:ea typeface="Aptos" panose="020B0004020202020204" pitchFamily="34" charset="0"/>
                <a:cs typeface="Times New Roman" panose="02020603050405020304" pitchFamily="18" charset="0"/>
              </a:rPr>
            </a:br>
            <a:r>
              <a:rPr lang="en-GB" sz="2800" kern="0" dirty="0">
                <a:latin typeface="Aptos" panose="020B0004020202020204" pitchFamily="34" charset="0"/>
                <a:ea typeface="Times New Roman" panose="02020603050405020304" pitchFamily="18" charset="0"/>
                <a:cs typeface="Segoe UI" panose="020B0502040204020203" pitchFamily="34" charset="0"/>
              </a:rPr>
              <a:t>Explain the value created through collaboration across disciplines.</a:t>
            </a:r>
            <a:br>
              <a:rPr lang="en-GB" sz="2800" kern="100" dirty="0">
                <a:latin typeface="Aptos" panose="020B0004020202020204" pitchFamily="34" charset="0"/>
                <a:ea typeface="Aptos" panose="020B0004020202020204" pitchFamily="34" charset="0"/>
                <a:cs typeface="Times New Roman" panose="02020603050405020304" pitchFamily="18" charset="0"/>
              </a:rPr>
            </a:br>
            <a:r>
              <a:rPr lang="en-GB" sz="2800" b="1" kern="0" dirty="0">
                <a:latin typeface="Aptos" panose="020B0004020202020204" pitchFamily="34" charset="0"/>
                <a:ea typeface="Times New Roman" panose="02020603050405020304" pitchFamily="18" charset="0"/>
                <a:cs typeface="Segoe UI" panose="020B0502040204020203" pitchFamily="34" charset="0"/>
              </a:rPr>
              <a:t>Key points to cover:</a:t>
            </a:r>
            <a:br>
              <a:rPr lang="en-GB" sz="2800" kern="100" dirty="0">
                <a:latin typeface="Aptos" panose="020B0004020202020204" pitchFamily="34" charset="0"/>
                <a:ea typeface="Aptos" panose="020B0004020202020204" pitchFamily="34" charset="0"/>
                <a:cs typeface="Times New Roman" panose="02020603050405020304" pitchFamily="18" charset="0"/>
              </a:rPr>
            </a:br>
            <a:r>
              <a:rPr lang="en-GB" sz="2800" kern="0" dirty="0">
                <a:latin typeface="Aptos" panose="020B0004020202020204" pitchFamily="34" charset="0"/>
                <a:ea typeface="Times New Roman" panose="02020603050405020304" pitchFamily="18" charset="0"/>
                <a:cs typeface="Segoe UI" panose="020B0502040204020203" pitchFamily="34" charset="0"/>
              </a:rPr>
              <a:t>Why this specific group of people is best placed to deliver </a:t>
            </a:r>
            <a:br>
              <a:rPr lang="en-GB" sz="2800" kern="100" dirty="0">
                <a:latin typeface="Aptos" panose="020B0004020202020204" pitchFamily="34" charset="0"/>
                <a:ea typeface="Aptos" panose="020B0004020202020204" pitchFamily="34" charset="0"/>
                <a:cs typeface="Times New Roman" panose="02020603050405020304" pitchFamily="18" charset="0"/>
              </a:rPr>
            </a:br>
            <a:r>
              <a:rPr lang="en-GB" sz="2800" kern="0" dirty="0">
                <a:latin typeface="Aptos" panose="020B0004020202020204" pitchFamily="34" charset="0"/>
                <a:ea typeface="Times New Roman" panose="02020603050405020304" pitchFamily="18" charset="0"/>
                <a:cs typeface="Segoe UI" panose="020B0502040204020203" pitchFamily="34" charset="0"/>
              </a:rPr>
              <a:t>Key partnerships, networks, and expertise</a:t>
            </a:r>
            <a:br>
              <a:rPr lang="en-GB" sz="2800" kern="100" dirty="0">
                <a:latin typeface="Aptos" panose="020B0004020202020204" pitchFamily="34" charset="0"/>
                <a:ea typeface="Aptos" panose="020B0004020202020204" pitchFamily="34" charset="0"/>
                <a:cs typeface="Times New Roman" panose="02020603050405020304" pitchFamily="18" charset="0"/>
              </a:rPr>
            </a:br>
            <a:r>
              <a:rPr lang="en-GB" sz="2800" kern="0" dirty="0">
                <a:latin typeface="Aptos" panose="020B0004020202020204" pitchFamily="34" charset="0"/>
                <a:ea typeface="Times New Roman" panose="02020603050405020304" pitchFamily="18" charset="0"/>
                <a:cs typeface="Segoe UI" panose="020B0502040204020203" pitchFamily="34" charset="0"/>
              </a:rPr>
              <a:t>What makes the initiative interdisciplinary</a:t>
            </a:r>
            <a:br>
              <a:rPr lang="en-GB" sz="2800" kern="100" dirty="0">
                <a:latin typeface="Aptos" panose="020B0004020202020204" pitchFamily="34" charset="0"/>
                <a:ea typeface="Aptos" panose="020B0004020202020204" pitchFamily="34" charset="0"/>
                <a:cs typeface="Times New Roman" panose="02020603050405020304" pitchFamily="18" charset="0"/>
              </a:rPr>
            </a:br>
            <a:r>
              <a:rPr lang="en-GB" sz="2800" kern="0" dirty="0">
                <a:latin typeface="Aptos" panose="020B0004020202020204" pitchFamily="34" charset="0"/>
                <a:ea typeface="Times New Roman" panose="02020603050405020304" pitchFamily="18" charset="0"/>
                <a:cs typeface="Segoe UI" panose="020B0502040204020203" pitchFamily="34" charset="0"/>
              </a:rPr>
              <a:t>How different disciplines, sectors, or perspectives contribute</a:t>
            </a:r>
            <a:br>
              <a:rPr lang="en-GB" sz="2800" kern="100" dirty="0">
                <a:latin typeface="Aptos" panose="020B0004020202020204" pitchFamily="34" charset="0"/>
                <a:ea typeface="Aptos" panose="020B0004020202020204" pitchFamily="34" charset="0"/>
                <a:cs typeface="Times New Roman" panose="02020603050405020304" pitchFamily="18" charset="0"/>
              </a:rPr>
            </a:br>
            <a:r>
              <a:rPr lang="en-GB" sz="2800" kern="0" dirty="0">
                <a:latin typeface="Aptos" panose="020B0004020202020204" pitchFamily="34" charset="0"/>
                <a:ea typeface="Times New Roman" panose="02020603050405020304" pitchFamily="18" charset="0"/>
                <a:cs typeface="Segoe UI" panose="020B0502040204020203" pitchFamily="34" charset="0"/>
              </a:rPr>
              <a:t>Why this approach strengthens outcomes and impact</a:t>
            </a:r>
            <a:endParaRPr lang="en-GB" sz="2800" kern="100" dirty="0">
              <a:latin typeface="Aptos" panose="020B0004020202020204" pitchFamily="34" charset="0"/>
              <a:ea typeface="Aptos" panose="020B0004020202020204" pitchFamily="34" charset="0"/>
              <a:cs typeface="Times New Roman" panose="02020603050405020304" pitchFamily="18" charset="0"/>
            </a:endParaRPr>
          </a:p>
        </p:txBody>
      </p:sp>
      <p:cxnSp>
        <p:nvCxnSpPr>
          <p:cNvPr id="53" name="Straight Connector 52">
            <a:extLst>
              <a:ext uri="{FF2B5EF4-FFF2-40B4-BE49-F238E27FC236}">
                <a16:creationId xmlns:a16="http://schemas.microsoft.com/office/drawing/2014/main" id="{1C0DA824-F3F3-0505-1E4C-C02E5F7FC0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6382EF7-2BC9-3A59-E27F-717AC5BAF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D036DD5E-563F-1FC7-5FBC-D89E0AFB3B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58" name="Straight Connector 57">
              <a:extLst>
                <a:ext uri="{FF2B5EF4-FFF2-40B4-BE49-F238E27FC236}">
                  <a16:creationId xmlns:a16="http://schemas.microsoft.com/office/drawing/2014/main" id="{00330CA7-245F-9A2A-77B9-00DF495B70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C7F3998-DE70-9E4F-AF76-54FA25D5A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5" name="Picture 4">
            <a:extLst>
              <a:ext uri="{FF2B5EF4-FFF2-40B4-BE49-F238E27FC236}">
                <a16:creationId xmlns:a16="http://schemas.microsoft.com/office/drawing/2014/main" id="{B41F0DCB-3F03-F9E5-AF1E-75C412B6B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0" y="69303"/>
            <a:ext cx="1620822" cy="838472"/>
          </a:xfrm>
          <a:prstGeom prst="rect">
            <a:avLst/>
          </a:prstGeom>
        </p:spPr>
      </p:pic>
    </p:spTree>
    <p:extLst>
      <p:ext uri="{BB962C8B-B14F-4D97-AF65-F5344CB8AC3E}">
        <p14:creationId xmlns:p14="http://schemas.microsoft.com/office/powerpoint/2010/main" val="356006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CA4179-F4B2-73F9-8F6E-4ABE162CCEE2}"/>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9B3F00AC-E3D6-2081-10DF-057667DF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E9003C3-5659-5CC6-F7AA-8ADF4BDB2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2C206C5-25F4-C96C-9667-5B0F9BBF7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2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50A30E-D341-3484-AD06-E0D468917751}"/>
              </a:ext>
            </a:extLst>
          </p:cNvPr>
          <p:cNvSpPr>
            <a:spLocks noGrp="1"/>
          </p:cNvSpPr>
          <p:nvPr>
            <p:ph type="ctrTitle"/>
          </p:nvPr>
        </p:nvSpPr>
        <p:spPr>
          <a:xfrm>
            <a:off x="732568" y="1229196"/>
            <a:ext cx="10273850" cy="3745139"/>
          </a:xfrm>
        </p:spPr>
        <p:txBody>
          <a:bodyPr anchor="b">
            <a:noAutofit/>
          </a:bodyPr>
          <a:lstStyle/>
          <a:p>
            <a:pPr algn="l"/>
            <a:r>
              <a:rPr lang="en-GB" sz="2800" b="1" dirty="0">
                <a:solidFill>
                  <a:schemeClr val="bg1"/>
                </a:solidFill>
                <a:highlight>
                  <a:srgbClr val="000000"/>
                </a:highlight>
              </a:rPr>
              <a:t>Slide 3: Funding Strategy &amp; Support Required</a:t>
            </a:r>
            <a:br>
              <a:rPr lang="en-GB" sz="2800" dirty="0">
                <a:solidFill>
                  <a:schemeClr val="tx2"/>
                </a:solidFill>
              </a:rPr>
            </a:br>
            <a:r>
              <a:rPr lang="en-GB" sz="2800" dirty="0">
                <a:solidFill>
                  <a:schemeClr val="tx2"/>
                </a:solidFill>
              </a:rPr>
              <a:t>Outline the route to sustainability and the investment case.</a:t>
            </a:r>
            <a:br>
              <a:rPr lang="en-GB" sz="2800" dirty="0">
                <a:solidFill>
                  <a:schemeClr val="tx2"/>
                </a:solidFill>
              </a:rPr>
            </a:br>
            <a:r>
              <a:rPr lang="en-GB" sz="2800" dirty="0">
                <a:solidFill>
                  <a:schemeClr val="tx2"/>
                </a:solidFill>
              </a:rPr>
              <a:t>Key points to cover:</a:t>
            </a:r>
            <a:br>
              <a:rPr lang="en-GB" sz="2800" dirty="0">
                <a:solidFill>
                  <a:schemeClr val="tx2"/>
                </a:solidFill>
              </a:rPr>
            </a:br>
            <a:r>
              <a:rPr lang="en-GB" sz="2800" dirty="0">
                <a:solidFill>
                  <a:schemeClr val="tx2"/>
                </a:solidFill>
              </a:rPr>
              <a:t>•	What we are doing to secure external funding</a:t>
            </a:r>
            <a:br>
              <a:rPr lang="en-GB" sz="2800" dirty="0">
                <a:solidFill>
                  <a:schemeClr val="tx2"/>
                </a:solidFill>
              </a:rPr>
            </a:br>
            <a:r>
              <a:rPr lang="en-GB" sz="2800" dirty="0">
                <a:solidFill>
                  <a:schemeClr val="tx2"/>
                </a:solidFill>
              </a:rPr>
              <a:t>•	Funding opportunities being targeted</a:t>
            </a:r>
            <a:br>
              <a:rPr lang="en-GB" sz="2800" dirty="0">
                <a:solidFill>
                  <a:schemeClr val="tx2"/>
                </a:solidFill>
              </a:rPr>
            </a:br>
            <a:r>
              <a:rPr lang="en-GB" sz="2800" dirty="0">
                <a:solidFill>
                  <a:schemeClr val="tx2"/>
                </a:solidFill>
              </a:rPr>
              <a:t>•	Progress made to date</a:t>
            </a:r>
            <a:br>
              <a:rPr lang="en-GB" sz="2800" dirty="0">
                <a:solidFill>
                  <a:schemeClr val="tx2"/>
                </a:solidFill>
              </a:rPr>
            </a:br>
            <a:r>
              <a:rPr lang="en-GB" sz="2800" dirty="0">
                <a:solidFill>
                  <a:schemeClr val="tx2"/>
                </a:solidFill>
              </a:rPr>
              <a:t>•	What support, investment, or resources are needed</a:t>
            </a:r>
            <a:br>
              <a:rPr lang="en-GB" sz="2800" dirty="0">
                <a:solidFill>
                  <a:schemeClr val="tx2"/>
                </a:solidFill>
              </a:rPr>
            </a:br>
            <a:r>
              <a:rPr lang="en-GB" sz="2800" dirty="0">
                <a:solidFill>
                  <a:schemeClr val="tx2"/>
                </a:solidFill>
              </a:rPr>
              <a:t>•	Expected outcomes and impact if support is secured</a:t>
            </a:r>
            <a:br>
              <a:rPr lang="en-GB" sz="2800" dirty="0">
                <a:solidFill>
                  <a:schemeClr val="tx2"/>
                </a:solidFill>
              </a:rPr>
            </a:br>
            <a:endParaRPr lang="en-GB" sz="2800" dirty="0">
              <a:solidFill>
                <a:schemeClr val="tx2"/>
              </a:solidFill>
            </a:endParaRPr>
          </a:p>
        </p:txBody>
      </p:sp>
      <p:cxnSp>
        <p:nvCxnSpPr>
          <p:cNvPr id="53" name="Straight Connector 52">
            <a:extLst>
              <a:ext uri="{FF2B5EF4-FFF2-40B4-BE49-F238E27FC236}">
                <a16:creationId xmlns:a16="http://schemas.microsoft.com/office/drawing/2014/main" id="{299D8B85-B2CB-D172-DD3D-6F4E005C0B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C67CB23-4514-D54A-3AE7-A93FB8CA74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BEAF0001-8539-7AC9-810E-4AAEEAE248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58" name="Straight Connector 57">
              <a:extLst>
                <a:ext uri="{FF2B5EF4-FFF2-40B4-BE49-F238E27FC236}">
                  <a16:creationId xmlns:a16="http://schemas.microsoft.com/office/drawing/2014/main" id="{7F24A26E-29F7-DD68-1048-605BC5C9B6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28E1BE8-4D29-A58B-45AC-05508D2EAA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5" name="Picture 4">
            <a:extLst>
              <a:ext uri="{FF2B5EF4-FFF2-40B4-BE49-F238E27FC236}">
                <a16:creationId xmlns:a16="http://schemas.microsoft.com/office/drawing/2014/main" id="{69EB5179-CE06-70E5-C6A6-F03BAA64A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0" y="69303"/>
            <a:ext cx="1620822" cy="838472"/>
          </a:xfrm>
          <a:prstGeom prst="rect">
            <a:avLst/>
          </a:prstGeom>
        </p:spPr>
      </p:pic>
    </p:spTree>
    <p:extLst>
      <p:ext uri="{BB962C8B-B14F-4D97-AF65-F5344CB8AC3E}">
        <p14:creationId xmlns:p14="http://schemas.microsoft.com/office/powerpoint/2010/main" val="89790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822D36-CDD2-AF64-3CD3-0E12CF379A5B}"/>
            </a:ext>
          </a:extLst>
        </p:cNvPr>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5463EB0A-3D7C-4AA5-BFA5-8EE5B4BA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18F024-1AF5-4A77-E703-E952A5CF2A20}"/>
              </a:ext>
            </a:extLst>
          </p:cNvPr>
          <p:cNvSpPr>
            <a:spLocks noGrp="1"/>
          </p:cNvSpPr>
          <p:nvPr>
            <p:ph type="ctrTitle"/>
          </p:nvPr>
        </p:nvSpPr>
        <p:spPr>
          <a:xfrm>
            <a:off x="578651" y="1122362"/>
            <a:ext cx="9504133" cy="3360551"/>
          </a:xfrm>
        </p:spPr>
        <p:txBody>
          <a:bodyPr>
            <a:noAutofit/>
          </a:bodyPr>
          <a:lstStyle/>
          <a:p>
            <a:pPr algn="l"/>
            <a:r>
              <a:rPr lang="en-GB" sz="2400" dirty="0">
                <a:solidFill>
                  <a:srgbClr val="FF0000"/>
                </a:solidFill>
                <a:latin typeface="+mn-lt"/>
              </a:rPr>
              <a:t>Key Message</a:t>
            </a:r>
            <a:br>
              <a:rPr lang="en-GB" sz="2400" dirty="0">
                <a:latin typeface="+mn-lt"/>
              </a:rPr>
            </a:br>
            <a:r>
              <a:rPr lang="en-GB" sz="2400" dirty="0">
                <a:latin typeface="+mn-lt"/>
              </a:rPr>
              <a:t>By the end of the presentation, the panel should clearly understand:</a:t>
            </a:r>
            <a:br>
              <a:rPr lang="en-GB" sz="2400" dirty="0">
                <a:latin typeface="+mn-lt"/>
              </a:rPr>
            </a:br>
            <a:br>
              <a:rPr lang="en-GB" sz="2400" dirty="0">
                <a:latin typeface="+mn-lt"/>
              </a:rPr>
            </a:br>
            <a:r>
              <a:rPr lang="en-GB" sz="2400" b="1" dirty="0">
                <a:latin typeface="+mn-lt"/>
              </a:rPr>
              <a:t>1.	Who we are</a:t>
            </a:r>
            <a:br>
              <a:rPr lang="en-GB" sz="2400" b="1" dirty="0">
                <a:latin typeface="+mn-lt"/>
              </a:rPr>
            </a:br>
            <a:r>
              <a:rPr lang="en-GB" sz="2400" b="1" dirty="0">
                <a:latin typeface="+mn-lt"/>
              </a:rPr>
              <a:t>2.	What makes us unique</a:t>
            </a:r>
            <a:br>
              <a:rPr lang="en-GB" sz="2400" b="1" dirty="0">
                <a:latin typeface="+mn-lt"/>
              </a:rPr>
            </a:br>
            <a:r>
              <a:rPr lang="en-GB" sz="2400" b="1" dirty="0">
                <a:latin typeface="+mn-lt"/>
              </a:rPr>
              <a:t>3.	Why our interdisciplinary approach matters</a:t>
            </a:r>
            <a:br>
              <a:rPr lang="en-GB" sz="2400" b="1" dirty="0">
                <a:latin typeface="+mn-lt"/>
              </a:rPr>
            </a:br>
            <a:r>
              <a:rPr lang="en-GB" sz="2400" b="1" dirty="0">
                <a:latin typeface="+mn-lt"/>
              </a:rPr>
              <a:t>4.	Why Kingston University and this team are ideally positioned 	to succeed</a:t>
            </a:r>
            <a:br>
              <a:rPr lang="en-GB" sz="2400" b="1" dirty="0">
                <a:latin typeface="+mn-lt"/>
              </a:rPr>
            </a:br>
            <a:r>
              <a:rPr lang="en-GB" sz="2400" b="1" dirty="0">
                <a:latin typeface="+mn-lt"/>
              </a:rPr>
              <a:t>5.	How we will attract external funding</a:t>
            </a:r>
            <a:br>
              <a:rPr lang="en-GB" sz="2400" b="1" dirty="0">
                <a:latin typeface="+mn-lt"/>
              </a:rPr>
            </a:br>
            <a:r>
              <a:rPr lang="en-GB" sz="2400" b="1" dirty="0">
                <a:latin typeface="+mn-lt"/>
              </a:rPr>
              <a:t>6.	What support we need to achieve our goals</a:t>
            </a:r>
          </a:p>
        </p:txBody>
      </p:sp>
      <p:sp>
        <p:nvSpPr>
          <p:cNvPr id="82" name="Rectangle 81">
            <a:extLst>
              <a:ext uri="{FF2B5EF4-FFF2-40B4-BE49-F238E27FC236}">
                <a16:creationId xmlns:a16="http://schemas.microsoft.com/office/drawing/2014/main" id="{7945AD00-F967-454D-A4B2-39ABA5C88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E9BC5B79-B912-427C-8219-E3E50943F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D94E4AC4-F374-2BEC-DF30-0C21D2E13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0" y="69303"/>
            <a:ext cx="1620822" cy="838472"/>
          </a:xfrm>
          <a:prstGeom prst="rect">
            <a:avLst/>
          </a:prstGeom>
        </p:spPr>
      </p:pic>
    </p:spTree>
    <p:extLst>
      <p:ext uri="{BB962C8B-B14F-4D97-AF65-F5344CB8AC3E}">
        <p14:creationId xmlns:p14="http://schemas.microsoft.com/office/powerpoint/2010/main" val="34541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9191b0e-0efb-4c0b-b83b-5a1e75880365" xsi:nil="true"/>
    <lcf76f155ced4ddcb4097134ff3c332f xmlns="35b7ba43-11b1-4954-a9eb-6e9752bf2b7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54DA86ACE7A3A488A01F6F4470D98A9" ma:contentTypeVersion="13" ma:contentTypeDescription="Create a new document." ma:contentTypeScope="" ma:versionID="2a0032a88932f15d4f60b8822d78c8b8">
  <xsd:schema xmlns:xsd="http://www.w3.org/2001/XMLSchema" xmlns:xs="http://www.w3.org/2001/XMLSchema" xmlns:p="http://schemas.microsoft.com/office/2006/metadata/properties" xmlns:ns2="35b7ba43-11b1-4954-a9eb-6e9752bf2b7b" xmlns:ns3="b9191b0e-0efb-4c0b-b83b-5a1e75880365" targetNamespace="http://schemas.microsoft.com/office/2006/metadata/properties" ma:root="true" ma:fieldsID="7091269b275f56054898ea0c57ff9f72" ns2:_="" ns3:_="">
    <xsd:import namespace="35b7ba43-11b1-4954-a9eb-6e9752bf2b7b"/>
    <xsd:import namespace="b9191b0e-0efb-4c0b-b83b-5a1e758803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b7ba43-11b1-4954-a9eb-6e9752bf2b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f6dc7449-21e0-4505-979b-465e99fd7f0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9191b0e-0efb-4c0b-b83b-5a1e758803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e28469c-d3d3-46ea-bbfe-2192cb0955e4}" ma:internalName="TaxCatchAll" ma:showField="CatchAllData" ma:web="b9191b0e-0efb-4c0b-b83b-5a1e758803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798A25-A953-4FFF-9029-AB79545621B0}">
  <ds:schemaRefs>
    <ds:schemaRef ds:uri="http://schemas.microsoft.com/office/2006/metadata/properties"/>
    <ds:schemaRef ds:uri="http://schemas.microsoft.com/office/infopath/2007/PartnerControls"/>
    <ds:schemaRef ds:uri="b9191b0e-0efb-4c0b-b83b-5a1e75880365"/>
    <ds:schemaRef ds:uri="35b7ba43-11b1-4954-a9eb-6e9752bf2b7b"/>
  </ds:schemaRefs>
</ds:datastoreItem>
</file>

<file path=customXml/itemProps2.xml><?xml version="1.0" encoding="utf-8"?>
<ds:datastoreItem xmlns:ds="http://schemas.openxmlformats.org/officeDocument/2006/customXml" ds:itemID="{A6AF5B9C-EDD5-42DD-B07E-0B2390D32A1C}">
  <ds:schemaRefs>
    <ds:schemaRef ds:uri="http://schemas.microsoft.com/sharepoint/v3/contenttype/forms"/>
  </ds:schemaRefs>
</ds:datastoreItem>
</file>

<file path=customXml/itemProps3.xml><?xml version="1.0" encoding="utf-8"?>
<ds:datastoreItem xmlns:ds="http://schemas.openxmlformats.org/officeDocument/2006/customXml" ds:itemID="{B6EF5288-20AD-4917-979E-0DF53E554D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b7ba43-11b1-4954-a9eb-6e9752bf2b7b"/>
    <ds:schemaRef ds:uri="b9191b0e-0efb-4c0b-b83b-5a1e758803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20</TotalTime>
  <Words>338</Words>
  <Application>Microsoft Office PowerPoint</Application>
  <PresentationFormat>Widescreen</PresentationFormat>
  <Paragraphs>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KERI Cluster review presentation on 16 September. Slide Deck Brief: 5-Minute Pitch Presentation Presentation Length: Maximum 5 minutes and 3 slides Panel Q&amp;A: 15 minutes  The presentation should be concise, persuasive, and focused on demonstrating the strength, distinctiveness, and funding potential of this cluster </vt:lpstr>
      <vt:lpstr>Slide 1: Who We Are &amp; Why Kingston Introduce the team and provide a brief overview of the initiative. Key points to cover: Who we are Our collective expertise and experience The challenge or opportunity we are addressing Why Kingston University has the right experts for this work</vt:lpstr>
      <vt:lpstr>Slide 2: Why this group of people Explain the value created through collaboration across disciplines. Key points to cover: Why this specific group of people is best placed to deliver  Key partnerships, networks, and expertise What makes the initiative interdisciplinary How different disciplines, sectors, or perspectives contribute Why this approach strengthens outcomes and impact</vt:lpstr>
      <vt:lpstr>Slide 3: Funding Strategy &amp; Support Required Outline the route to sustainability and the investment case. Key points to cover: • What we are doing to secure external funding • Funding opportunities being targeted • Progress made to date • What support, investment, or resources are needed • Expected outcomes and impact if support is secured </vt:lpstr>
      <vt:lpstr>Key Message By the end of the presentation, the panel should clearly understand:  1. Who we are 2. What makes us unique 3. Why our interdisciplinary approach matters 4. Why Kingston University and this team are ideally positioned  to succeed 5. How we will attract external funding 6. What support we need to achieve our goals</vt:lpstr>
    </vt:vector>
  </TitlesOfParts>
  <Company>Kingston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Parker, Billy</dc:creator>
  <cp:lastModifiedBy>Parker, Billy</cp:lastModifiedBy>
  <cp:revision>2</cp:revision>
  <dcterms:created xsi:type="dcterms:W3CDTF">2026-07-30T16:34:03Z</dcterms:created>
  <dcterms:modified xsi:type="dcterms:W3CDTF">2026-07-30T18:39:10Z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e1b534-098f-4ac8-9223-69712ddf82de_Enabled">
    <vt:lpwstr>true</vt:lpwstr>
  </property>
  <property fmtid="{D5CDD505-2E9C-101B-9397-08002B2CF9AE}" pid="3" name="MSIP_Label_55e1b534-098f-4ac8-9223-69712ddf82de_SetDate">
    <vt:lpwstr>2026-07-30T16:51:36Z</vt:lpwstr>
  </property>
  <property fmtid="{D5CDD505-2E9C-101B-9397-08002B2CF9AE}" pid="4" name="MSIP_Label_55e1b534-098f-4ac8-9223-69712ddf82de_Method">
    <vt:lpwstr>Standard</vt:lpwstr>
  </property>
  <property fmtid="{D5CDD505-2E9C-101B-9397-08002B2CF9AE}" pid="5" name="MSIP_Label_55e1b534-098f-4ac8-9223-69712ddf82de_Name">
    <vt:lpwstr>Public Document</vt:lpwstr>
  </property>
  <property fmtid="{D5CDD505-2E9C-101B-9397-08002B2CF9AE}" pid="6" name="MSIP_Label_55e1b534-098f-4ac8-9223-69712ddf82de_SiteId">
    <vt:lpwstr>c9ef029c-18cf-4016-86d3-93cf8e94ff94</vt:lpwstr>
  </property>
  <property fmtid="{D5CDD505-2E9C-101B-9397-08002B2CF9AE}" pid="7" name="MSIP_Label_55e1b534-098f-4ac8-9223-69712ddf82de_ActionId">
    <vt:lpwstr>4ed7d829-1b3d-49c0-b9d7-70fd2804d19f</vt:lpwstr>
  </property>
  <property fmtid="{D5CDD505-2E9C-101B-9397-08002B2CF9AE}" pid="8" name="MSIP_Label_55e1b534-098f-4ac8-9223-69712ddf82de_ContentBits">
    <vt:lpwstr>0</vt:lpwstr>
  </property>
  <property fmtid="{D5CDD505-2E9C-101B-9397-08002B2CF9AE}" pid="9" name="MSIP_Label_55e1b534-098f-4ac8-9223-69712ddf82de_Tag">
    <vt:lpwstr>10, 3, 0, 1</vt:lpwstr>
  </property>
  <property fmtid="{D5CDD505-2E9C-101B-9397-08002B2CF9AE}" pid="10" name="ContentTypeId">
    <vt:lpwstr>0x010100054DA86ACE7A3A488A01F6F4470D98A9</vt:lpwstr>
  </property>
  <property fmtid="{D5CDD505-2E9C-101B-9397-08002B2CF9AE}" pid="11" name="MediaServiceImageTags">
    <vt:lpwstr/>
  </property>
</Properties>
</file>